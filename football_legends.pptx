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Football Legends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4A53F"/>
                </a:solidFill>
              </a:rPr>
              <a:t>The Greatest Players of the Beautiful 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6E4F"/>
                </a:solidFill>
              </a:rPr>
              <a:t>Why Football Captivates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• The world's most popular sport — an estimated 3.5+ billion fans globally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Played in over 200 countries, from street games to World Cup finals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Legendary players become cultural icons far beyond the pitch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This presentation covers four of the most influential players in football history: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      — Pelé          — Diego Maradona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      — Lionel Messi  — Cristiano Ronaldo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6E4F"/>
                </a:solidFill>
              </a:rPr>
              <a:t>Pelé (Edson Arantes do Nascimento)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53F"/>
                </a:solidFill>
              </a:rPr>
              <a:t>Brazil | Forward | 1956–1977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• Only player to win three FIFA World Cups (1958, 1962, 1970)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Scored over 1,200 career goals — a benchmark for generations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Named FIFA's Player of the Century (2000)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Global ambassador who made football the world's game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6E4F"/>
                </a:solidFill>
              </a:rPr>
              <a:t>Diego Maradona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53F"/>
                </a:solidFill>
              </a:rPr>
              <a:t>Argentina | Forward | 1976–1997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• Won the 1986 World Cup almost single-handedly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Famous 'Goal of the Century' vs England (1986)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Napoli legend — won two Serie A titles with the club (1987, 1990)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A genius on the ball, idol of Argentina and Naples alike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6E4F"/>
                </a:solidFill>
              </a:rPr>
              <a:t>Lionel Messi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53F"/>
                </a:solidFill>
              </a:rPr>
              <a:t>Argentina | Forward | 2004–present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• Record 8 Ballon d'Or awards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All-time top scorer for FC Barcelona and Argentina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Won the 2022 World Cup, completing football's ultimate trophy set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Renowned for dribbling, vision, and playmaking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6E4F"/>
                </a:solidFill>
              </a:rPr>
              <a:t>Cristiano Ronaldo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53F"/>
                </a:solidFill>
              </a:rPr>
              <a:t>Portugal | Forward | 2002–present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• 5 Ballon d'Or awards; 5 UEFA Champions League titles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All-time leading men's international goalscorer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• Won league titles in England, Spain, and Italy</a:t>
            </a:r>
          </a:p>
          <a:p>
            <a:pPr algn="l"/>
            <a:r>
              <a:rPr sz="2200" b="0">
                <a:solidFill>
                  <a:srgbClr val="1A1A1A"/>
                </a:solidFill>
              </a:rPr>
              <a:t>Famous for athleticism, heading, and relentless work ethic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6E4F"/>
                </a:solidFill>
              </a:rPr>
              <a:t>Messi vs Ronaldo: The Great Debate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01040">
                <a:tc>
                  <a:txBody>
                    <a:bodyPr/>
                    <a:lstStyle/>
                    <a:p>
                      <a:r>
                        <a:rPr sz="20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Messi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Ronaldo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00" b="0"/>
                        <a:t>Ballon d'Or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00" b="0"/>
                        <a:t>Champions 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4 titles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5 titles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00" b="0"/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2022 World Cup, Copa América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Euro 2016, Nations League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00" b="0"/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Playmaker, dribbler, scorer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Athletic finisher, aerial threat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00" b="0"/>
                        <a:t>Career goals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850+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900+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The Legacy Continues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4A53F"/>
                </a:solidFill>
              </a:rPr>
              <a:t>New stars like Mbappé, Haaland, and Yamal are writing the next chapters.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